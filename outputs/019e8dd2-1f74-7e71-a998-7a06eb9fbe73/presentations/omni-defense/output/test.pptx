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37c48a3644324" /><Relationship Type="http://schemas.openxmlformats.org/officeDocument/2006/relationships/extended-properties" Target="/docProps/app.xml" Id="R11f90a7d4c78430c" /><Relationship Type="http://schemas.openxmlformats.org/officeDocument/2006/relationships/officeDocument" Target="/ppt/presentation.xml" Id="R52c9daf86e8d42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ba4a6c47b454a"/>
  </p:sldMasterIdLst>
  <p:notesMasterIdLst>
    <p:notesMasterId xmlns:r="http://schemas.openxmlformats.org/officeDocument/2006/relationships" r:id="R413045c88e2545b6"/>
  </p:notesMasterIdLst>
  <p:sldIdLst>
    <p:sldId xmlns:r="http://schemas.openxmlformats.org/officeDocument/2006/relationships" id="256" r:id="R3afa7859d23a42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15135b8d8247b5" /><Relationship Type="http://schemas.openxmlformats.org/officeDocument/2006/relationships/slideMaster" Target="/ppt/slideMasters/slideMaster1.xml" Id="Rc14ba4a6c47b454a" /><Relationship Type="http://schemas.openxmlformats.org/officeDocument/2006/relationships/notesMaster" Target="/ppt/notesMasters/notesMaster1.xml" Id="R413045c88e2545b6" /><Relationship Type="http://schemas.openxmlformats.org/officeDocument/2006/relationships/presProps" Target="/ppt/presProps.xml" Id="R079ba3f14b76461a" /><Relationship Type="http://schemas.openxmlformats.org/officeDocument/2006/relationships/viewProps" Target="/ppt/viewProps.xml" Id="R17fb8311459942d2" /><Relationship Type="http://schemas.openxmlformats.org/officeDocument/2006/relationships/tableStyles" Target="/ppt/tableStyles.xml" Id="R7e374f120abf41a5" /><Relationship Type="http://schemas.openxmlformats.org/officeDocument/2006/relationships/slide" Target="/ppt/slides/slide1.xml" Id="R3afa7859d23a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3dbfbae64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bdbbd7010d40d1" /><Relationship Type="http://schemas.openxmlformats.org/officeDocument/2006/relationships/notesMaster" Target="/ppt/notesMasters/notesMaster1.xml" Id="R0c39a9b6ba5d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e1b3aa4fc4a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d38db5df35432f" /><Relationship Type="http://schemas.openxmlformats.org/officeDocument/2006/relationships/slideLayout" Target="/ppt/slideLayouts/slideLayout1.xml" Id="Rb1541fa17a58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41fa17a58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315f2c4e14ebf" /><Relationship Type="http://schemas.openxmlformats.org/officeDocument/2006/relationships/notesSlide" Target="/ppt/notesSlides/notesSlide1.xml" Id="R9c4f17a3843941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2EA9B6-F930-4D56-8393-F7C9F80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41DD9-D6B3-4FFB-BBF5-D32B4F7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万象抢票平台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D60CC-0505-44F8-8E34-0BE7362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4F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2F4F7"/>
                </a:solidFill>
                <a:latin typeface="Aptos"/>
                <a:ea typeface="Aptos"/>
                <a:cs typeface="Aptos"/>
              </a:rPr>
              <a:t>五个微服务 + 八个中间件 + Next.js 前端的答辩演示</a:t>
            </a:r>
          </a:p>
        </p:txBody>
      </p:sp>
    </p:spTree>
    <p:extLst>
      <p:ext uri="{BB962C8B-B14F-4D97-AF65-F5344CB8AC3E}">
        <p14:creationId xmlns:p14="http://schemas.microsoft.com/office/powerpoint/2010/main" val="150791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2026-06-03T15:08:03.8740000Z</dcterms:created>
  <dcterms:modified xsi:type="dcterms:W3CDTF">2026-06-03T15:08:03.8740000Z</dcterms:modified>
</coreProperties>
</file>